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1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첨단산업 인재양성 부트캠프 [프로젝트 LAB]  ·  기획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큰삼촌컴퍼니 해외 잠재고객 탐색·제안 메일 AI 에이전트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7CC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협력사의 암묵지를, 회사가 재사용하고 학습하는 자산으로 옮긴다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CC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문제정의 → 근본원인 → 해결원리 → 기능구조 → 하네스 적용 → 검증 → 효과 → 계획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진출 시도는 매번 협력사 개인의 경험에서 멈췄다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의존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경험 영역만 진행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0824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0824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3555416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탐색 불가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5416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다수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3008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6" name="Text 14"/>
          <p:cNvSpPr/>
          <p:nvPr/>
        </p:nvSpPr>
        <p:spPr>
          <a:xfrm>
            <a:off x="6397600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정지 리스크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7600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SNS 영업 → 1주 발송 정지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75191" y="2286000"/>
            <a:ext cx="2567864" cy="3566160"/>
          </a:xfrm>
          <a:prstGeom prst="roundRect">
            <a:avLst>
              <a:gd name="adj" fmla="val 2137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5191" y="2286000"/>
            <a:ext cx="2567864" cy="914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0" name="Text 18"/>
          <p:cNvSpPr/>
          <p:nvPr/>
        </p:nvSpPr>
        <p:spPr>
          <a:xfrm>
            <a:off x="9239783" y="2578608"/>
            <a:ext cx="223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 실패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9783" y="3246120"/>
            <a:ext cx="2238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정보 미갱신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2026-07-30 설명회 확보 실패 사례 4건 — docs/13S_질답_구조화색인.md F10~F13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(확정)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막힌 지점은 '기업을 못 찾는 것'이 아니라 '누구를 접촉할지 판별할 기준이 없는 것'이다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6F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 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Qoo10·라쿠텐 리스트 확보 경험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06440" y="342900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519672" y="233172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788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 기준 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885432" y="38862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못함 · 예상 도달률 '굉장히 낮음'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docs/20_문제정의.md 5절(확정) · F14·F15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근본원인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판단이 협력사라는 외부 암묵지에 갇혀 있고, 회사 안으로 옮겨진 적이 없다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8648" y="224028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81528" y="224028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해외영업 판단(누구를 접촉·무엇을 제안)이 협력사의 암묵적 경험에 갇혀 있다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490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① 기업서치 — 확정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 기준·근거 없음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08192" y="35661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37490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 ② 이메일 제작·발송 — 가설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42062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맞춤 → 병목 재생산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(설계 제약, 실측 대기)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docs/21_핵심문제해결.md 1·2절 · docs/20_문제정의.md 5-1절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원리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협력사의 암묵지를 회사 자산으로 옮기고, 지금은 재사용, 나중은 학습으로 키운다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0030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기업서치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20540"/>
            <a:ext cx="1691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제작·발송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— 재사용 (공간적 확장)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0372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 — 학습 (시간적 개선)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28600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28600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G1이 관찰 근거를 명시화해 여러 후보에 반복 적용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3720" y="228600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228600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 반응으로 판별 기준을 갱신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77440" y="420624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420624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세그먼트·기준 문안을 여러 기업에 반복 적용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4206240"/>
            <a:ext cx="4389120" cy="1783080"/>
          </a:xfrm>
          <a:prstGeom prst="roundRect">
            <a:avLst>
              <a:gd name="adj" fmla="val 3077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20624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 반응으로 문안·세그먼트를 갱신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시연 가능한 것은 '재사용' 방향뿐이다. 두 병목 모두 지금 다룬다 — 어느 한쪽만 다루는 것이 아니다.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docs/21_핵심문제해결.md 3절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11개 기능으로 쪼개고, 재사용을 담당하는 6개부터 먼저 만든다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— 지금 만든다 (재사용 담당)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기업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2261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5141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5141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25141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세그먼트화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8762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01642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1642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01642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95264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8144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8144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78144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메일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제작·발송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71765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54645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4645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54645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결과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48266" y="2743200"/>
            <a:ext cx="21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931146" y="2331720"/>
            <a:ext cx="1711909" cy="1463040"/>
          </a:xfrm>
          <a:prstGeom prst="roundRect">
            <a:avLst>
              <a:gd name="adj" fmla="val 3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1146" y="2468880"/>
            <a:ext cx="17119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931146" y="2926080"/>
            <a:ext cx="17119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해석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·정리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2519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 — 발송·회신 데이터가 쌓인 뒤 이연 (학습 담당)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463040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3040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적합도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14841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4841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14841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66643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66643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66643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브리프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18444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8444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18444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재수집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470246" y="4617720"/>
            <a:ext cx="2087209" cy="123444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70246" y="4727448"/>
            <a:ext cx="208720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70246" y="5120640"/>
            <a:ext cx="208720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 집계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·기준조정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docs/31_기능구조.md 8-1절 (MVP 범위 정본)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브리프 대응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요청한 탐색·목록화, 맞춤 메일, 반자동 발송을 각각 정확히 담당한다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5513832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브리프 요구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대응 기능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확인되는가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잠재고객 자동 탐색·목록화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G1 → G2 → G4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포함 목록 출력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특성에 맞춘 제안 메일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G2 + G5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세그먼트 단위 맞춤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반자동 작성·발송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6FE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G5 발송 전 확인 + G9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E2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 전 사람 확인 지점 — 완전자동 경로 없음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docs/31_기능구조.md 8절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하네스 엔지니어링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 Order 6단계를 따라, 기획 하네스(A)와 제품 하네스(B)를 함께 채운다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Spec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0569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Skill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2498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Subagent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64428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Workflow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36357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Hook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8286" y="2240280"/>
            <a:ext cx="17347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Checklist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하네스 A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(기획)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0" y="27432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하네스 A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(기획)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20569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0569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2498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2498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64428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4428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36357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36357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08286" y="27432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08286" y="27432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하네스 B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(제품)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0" y="36576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하네스 B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(제품)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420569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0569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2498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2498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64428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4428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36357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36357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908286" y="3657600"/>
            <a:ext cx="1734769" cy="73152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 w="12700">
            <a:solidFill>
              <a:srgbClr val="C7CC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8286" y="3657600"/>
            <a:ext cx="173476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62037" y="4407408"/>
            <a:ext cx="228340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구상: 트렌드 알림 → 재실행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892040"/>
            <a:ext cx="105457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Spec 11개 확정 · Skill/Subagent 6개 중 2개(G1·G7) 완성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CLAUDE.md 7절 Build Order 대조표 · .claude/README.md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C77D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검증·자기교정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가설은 만들자마자 스스로 잡아 내린다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3515258" cy="3520440"/>
          </a:xfrm>
          <a:prstGeom prst="roundRect">
            <a:avLst>
              <a:gd name="adj" fmla="val 1561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31494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검증 게이트 폐기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14949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기반 조정(G11)으로 대체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8218" y="2331720"/>
            <a:ext cx="3515258" cy="3520440"/>
          </a:xfrm>
          <a:prstGeom prst="roundRect">
            <a:avLst>
              <a:gd name="adj" fmla="val 1561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1098" y="2606040"/>
            <a:ext cx="31494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필수 조건 삭제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1098" y="3474720"/>
            <a:ext cx="314949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'한국 진출 희망' 필수→가점→삭제 (실측 0/3)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7797" y="2331720"/>
            <a:ext cx="3515258" cy="3520440"/>
          </a:xfrm>
          <a:prstGeom prst="roundRect">
            <a:avLst>
              <a:gd name="adj" fmla="val 1561"/>
            </a:avLst>
          </a:prstGeom>
          <a:solidFill>
            <a:srgbClr val="FFF3DD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0677" y="2606040"/>
            <a:ext cx="31494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7D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부적합 인용 제거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10677" y="3474720"/>
            <a:ext cx="314949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→ 가설로 하향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docs/40_검증계획.md · docs/90_미결정과_리스크.md · docs/91_진행로그.md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E8E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 일정에 묶여 무기한 정지된 진행을, 하루 단위로 돌아가게 만든다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 협력사의 시간이 나지 않아 진행 자체가 무기한 정지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08192" y="2331720"/>
            <a:ext cx="5349240" cy="3520440"/>
          </a:xfrm>
          <a:prstGeom prst="roundRect">
            <a:avLst>
              <a:gd name="adj" fmla="val 1558"/>
            </a:avLst>
          </a:prstGeom>
          <a:solidFill>
            <a:srgbClr val="E6F6EF"/>
          </a:solidFill>
          <a:ln w="12700">
            <a:solidFill>
              <a:srgbClr val="1E8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(가정치)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82512" y="3063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10~20곳 발굴 (실측 기반)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부담 하루 10~30분 (발송대기 10건 기준)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docs/50_실사용_도입설계.md 1-2·2절 — 가정치, 실측·기업 확인 대기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47472"/>
          </a:xfrm>
          <a:prstGeom prst="rect">
            <a:avLst>
              <a:gd name="adj" fmla="val 21053"/>
            </a:avLst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계획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재사용(MVP)을 먼저 실증하고, 학습(부가)은 반응 데이터가 쌓인 뒤 잇는다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94415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5749" y="24688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1955749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6개 구현 (재사용)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02938" y="2514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775808" y="24688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57758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68698" y="329184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60138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발송·회신 데이터 축적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22997" y="2514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595866" y="2468880"/>
            <a:ext cx="640080" cy="640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7" name="Text 15"/>
          <p:cNvSpPr/>
          <p:nvPr/>
        </p:nvSpPr>
        <p:spPr>
          <a:xfrm>
            <a:off x="959586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88757" y="3291840"/>
            <a:ext cx="3454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80197" y="3749040"/>
            <a:ext cx="327141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E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 5개 착수 (학습)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docs/31_기능구조.md 8-1절 · docs/21_핵심문제해결.md 4절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607040" y="65196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329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2026-08-05T01:19:48Z</dcterms:created>
  <dcterms:modified xsi:type="dcterms:W3CDTF">2026-08-05T01:19:48Z</dcterms:modified>
</cp:coreProperties>
</file>