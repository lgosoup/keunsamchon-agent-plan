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첨단산업 인재양성 부트캠프 [프로젝트 LAB]  ·  기획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큰삼촌컴퍼니 해외 잠재고객 탐색·제안 메일 AI 에이전트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암묵지를, 회사가 재사용하고 학습하는 자산으로 옮긴다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 → 근본원인 → 해결원리 → 기능구조 → 하네스 적용 → 검증 → 효과 → 계획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진출 시도는 매번 협력사 개인의 경험에서 멈췄다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의존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경험 영역만 진행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824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0824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55416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탐색 불가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5416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다수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6397600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정지 리스크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7600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영업 → 1주 발송 정지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75191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5191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9783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실패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9783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정보 미갱신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2026-07-30 설명회 확보 실패 사례 4건 — docs/13S_질답_구조화색인.md F10~F13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(확정)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지점은 '기업을 못 찾는 것'이 아니라 '누구를 접촉할지 판별할 기준이 없는 것'이다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Qoo10·라쿠텐 리스트 확보 경험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6440" y="342900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519672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 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85432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못함 · 예상 도달률 '굉장히 낮음'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docs/20_문제정의.md 5절(확정) · F14·F15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근본원인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협력사라는 외부 암묵지에 갇혀 있고, 회사 안으로 옮겨진 적이 없다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8648" y="22402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22402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 판단(누구를 접촉·무엇을 제안)이 협력사의 암묵적 경험에 갇혀 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① 기업서치 — 확정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기준·근거 없음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08192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② 이메일 제작·발송 — 가설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발송 요구는 확정 — 원인 진단(개별 맞춤→병목 재생산)만 가설, 확인질문 대기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1·2절 · docs/20_문제정의.md 5-1절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 회사 자산으로 옮기고, 지금은 재사용, 나중은 학습으로 키운다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0030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205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제작·발송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— 재사용 (공간적 확장)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— 학습 (시간적 개선)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G1이 관찰 근거를 명시화해 여러 후보에 반복 적용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판별 기준을 갱신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7744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세그먼트·기준 문안을 여러 기업에 반복 적용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문안·세그먼트를 갱신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시연 가능한 것은 '재사용' 방향뿐이다. 두 병목 모두 지금 다룬다 — 어느 한쪽만 다루는 것이 아니다.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3절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기능으로 쪼개고, 재사용을 담당하는 6개부터 먼저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— 지금 만든다 (재사용 담당)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기업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2261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5141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5141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5141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8762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1642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1642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01642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95264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8144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8144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8144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메일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제작·발송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1765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54645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4645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54645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결과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48266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31146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1146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31146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해석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·정리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— 발송·회신 데이터가 쌓인 뒤 이연 (학습 담당)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63040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14841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4841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14841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66643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6643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66643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18444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8444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18444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재수집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470246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70246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70246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집계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·기준조정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(MVP 범위 정본)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 대응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요청한 탐색·목록화, 맞춤 메일, 반자동 발송을 각각 정확히 담당한다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55138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브리프 요구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기능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확인되는가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잠재고객 자동 탐색·목록화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 → G2 → G4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포함 목록 출력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특성에 맞춘 제안 메일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G2 + G5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세그먼트 단위 맞춤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반자동 작성·발송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G5 발송 전 확인 + G9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 전 사람 확인 지점 — 완전자동 경로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8절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엔지니어링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Order 6단계를 따라, 기획 하네스(A)와 제품 하네스(B)를 함께 채운다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Spec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0569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Skill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2498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Subagent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64428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36357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Hook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8286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Checklist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하네스 A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(기획)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0" y="2743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A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(기획)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20569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0569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2498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2498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4428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4428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36357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6357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08286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8286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하네스 B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(제품)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0" y="36576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B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(제품)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20569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0569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2498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2498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64428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4428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36357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6357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908286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8286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62037" y="4407408"/>
            <a:ext cx="228340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구상: 트렌드 알림 → 재실행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892040"/>
            <a:ext cx="10545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 11개 확정 · Skill/Subagent 6개 중 2개(G1·G7) 완성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CLAUDE.md 7절 Build Order 대조표 · .claude/README.md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C77D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검증·자기교정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가설은 만들자마자 스스로 잡아 내린다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검증 게이트 폐기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기반 조정(G11)으로 대체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1098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필수 조건 삭제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1098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'한국 진출 희망' 필수→가점→삭제 (실측 0/3)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0677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부적합 인용 제거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0677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→ 가설로 하향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docs/40_검증계획.md · docs/90_미결정과_리스크.md · docs/91_진행로그.md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일정에 묶여 무기한 정지된 진행을, 하루 단위로 돌아가게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협력사의 시간이 나지 않아 진행 자체가 무기한 정지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08192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(가정치)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10~20곳 발굴 (실측 기반)
승인 부담 하루 10~60분 (10건=10~30분, 20건=20~60분 — 승인 리뷰 시간만, run-orchestrator 미실행이라 호출·확인 시간은 별도)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docs/50_실사용_도입설계.md 1-2·2절 — 가정치, 실측·기업 확인 대기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재사용(MVP)을 먼저 실증하고, 학습(부가)은 반응 데이터가 쌓인 뒤 잇는다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749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1955749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6개 구현 (재사용)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2938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68698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0138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발송·회신 데이터 축적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22997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95866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959586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8757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0197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6개 착수 (학습)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· docs/21_핵심문제해결.md 4절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2026-08-05T01:19:48Z</dcterms:created>
  <dcterms:modified xsi:type="dcterms:W3CDTF">2026-08-05T01:19:48Z</dcterms:modified>
</cp:coreProperties>
</file>