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2" r:id="rId8"/>
    <p:sldId id="263" r:id="rId9"/>
    <p:sldId id="269" r:id="rId20"/>
    <p:sldId id="270" r:id="rId21"/>
    <p:sldId id="271" r:id="rId22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7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1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첨단산업 인재양성 부트캠프 [프로젝트 LAB]  ·  기획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큰삼촌컴퍼니 해외 잠재고객 탐색·제안 메일 AI 에이전트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CC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협력사의 암묵지를, 회사가 재사용하고 학습하는 자산으로 옮긴다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 → 근본원인 → 해결원리 → 기능구조 → 사용자흐름 → 브리프대응 → 하네스 적용(G5) → 검증 → 효과 → 계획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진출 시도는 매번 협력사 개인의 경험에서 멈췄다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의존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경험 영역만 진행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0824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0824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55416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탐색 불가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5416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다수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6" name="Text 14"/>
          <p:cNvSpPr/>
          <p:nvPr/>
        </p:nvSpPr>
        <p:spPr>
          <a:xfrm>
            <a:off x="6397600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정지 리스크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7600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 영업 → 1주 발송 정지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75191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5191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9239783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실패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9783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정보 미갱신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2026-07-30 설명회 확보 실패 사례 4건 — docs/13S_질답_구조화색인.md F10~F13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(확정)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 지점은 '기업을 못 찾는 것'이 아니라 '누구를 접촉할지 판별할 기준이 없는 것'이다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 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Qoo10·라쿠텐 리스트 확보 경험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06440" y="342900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519672" y="23317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기준 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85432" y="38862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못함 · 예상 도달률 '굉장히 낮음'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docs/20_문제정의.md 5절(확정) · F14·F15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근본원인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 협력사라는 외부 암묵지에 갇혀 있고, 회사 안으로 옮겨진 적이 없다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8648" y="224028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1528" y="22402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 판단(누구를 접촉·무엇을 제안)이 협력사의 암묵적 경험에 갇혀 있다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49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① 기업서치 — 확정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기준·근거 없음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08192" y="35661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3749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② 이메일 제작·발송 — 가설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42062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발송 요구는 확정 — 원인 진단(개별 맞춤→병목 재생산)만 가설, 확인질문 대기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docs/21_핵심문제해결.md 1·2절 · docs/20_문제정의.md 5-1절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원리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협력사의 암묵지를 회사 자산으로 옮기고, 지금은 재사용, 나중은 학습으로 키운다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0030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205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제작·발송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— 재사용 (공간적 확장)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0372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 — 학습 (시간적 개선)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28600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2860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G1이 관찰 근거를 명시화해 여러 후보에 반복 적용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228600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2860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 반응으로 판별 기준을 갱신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77440" y="420624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42062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세그먼트·기준 문안을 여러 기업에 반복 적용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420624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2062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 반응으로 문안·세그먼트를 갱신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시연 가능한 것은 '재사용' 방향뿐이다. 두 병목 모두 지금 다룬다 — 어느 한쪽만 다루는 것이 아니다.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docs/21_핵심문제해결.md 3절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기능으로 쪼개고, 재사용을 담당하는 6개부터 먼저 만든다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— 지금 만든다 (재사용 담당)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기업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2261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5141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5141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25141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8762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01642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1642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01642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95264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8144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8144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8144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메일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제작·발송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1765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54645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4645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54645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결과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48266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31146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1146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931146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해석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·정리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 — 발송·회신 데이터가 쌓인 뒤 이연 (학습 담당)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463040" y="4617720"/>
            <a:ext cx="1449045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4727448"/>
            <a:ext cx="14490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120640"/>
            <a:ext cx="144904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26353" y="4617720"/>
            <a:ext cx="1449045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6353" y="4727448"/>
            <a:ext cx="14490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026353" y="5120640"/>
            <a:ext cx="144904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89667" y="4617720"/>
            <a:ext cx="1449045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9667" y="4727448"/>
            <a:ext cx="14490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89667" y="5120640"/>
            <a:ext cx="144904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52981" y="4617720"/>
            <a:ext cx="1449045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2981" y="4727448"/>
            <a:ext cx="14490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52981" y="5120640"/>
            <a:ext cx="144904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재수집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16295" y="4617720"/>
            <a:ext cx="1449045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6295" y="4727448"/>
            <a:ext cx="14490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16295" y="5120640"/>
            <a:ext cx="144904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집계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·기준조정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8-1절 (MVP 범위 정본)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279609" y="4617720"/>
            <a:ext cx="1449045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79609" y="4727448"/>
            <a:ext cx="14490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79609" y="5120640"/>
            <a:ext cx="144904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질의응답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548640" y="589788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실물 결과(합성 시나리오 실행 1회분): 후보 12곳 → 세그먼트 S1(3)·S2(3)·S3(2) + 미분류 4곳 → 연락처 확보 4·메일 없음 3·미확보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흐름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시 사람이 반드시 멈추는 지점은 둘뿐이다 — 나머지는 사람 없이 자동으로 이어진다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U2 — 발송 승인 (무관용)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G5 발송 직전, 사람이 승인 버튼을 눌러야만 발송된다.
타임아웃으로 자동 승인되지 않는다 — 개입 범위 외 임시 조작 없음의 핵심 지점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08192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U4 — 학습 반영 승인 (선택)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82512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G11이 낸 기준 조정 제안을 사람이 검토·승인한다.
승인해도 자동 반영되지 않는다 — 승인 후 별도 작업으로 `기준/`에 반영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700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다음 슬라이드부터 U2가 포함된 G5 하나를 끝까지 연다.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docs/34_사용자흐름.md 1·5절 — 나머지는 U1(조사요청)·H1~H11(Hook)이 사람 없이 자동 연쇄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브리프 대응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요청한 탐색·목록화, 맞춤 메일, 반자동 발송을 각각 정확히 담당한다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55138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브리프 요구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기능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확인되는가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잠재고객 자동 탐색·목록화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G1 → G2 → G4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포함 목록 출력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특성에 맞춘 제안 메일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G2 + G5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세그먼트 단위 맞춤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반자동 작성·발송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G5 발송 전 확인 + G9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 전 사람 확인 지점 — 완전자동 경로 없음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8절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14</a:t>
            </a:r>
            <a:endParaRPr lang="en-US" sz="8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반자동의 실체: 발송 직전 승인(U2) — 타임아웃으로 자동 승인되지 않는다. 승인 없이는 발송 자체가 불가능하다(완전자동 경로 없음)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S7-A · Skill 완성도 및 자동화 (25점)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Spec+SKILL.md 입출력 명확 · 반복 자동화 · 재사용 가능 단위 — G5 하나로 증명한다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specs/G5_제안메일제작발송.md · .claude/skills/g5-제안메일제작발송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14</a:t>
            </a:r>
            <a:endParaRPr lang="en-US" sz="80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2240280"/>
            <a:ext cx="1109441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Workflow·Hook만 있고 검증 단위가 없었다면? 번역이 틀려도 그대로 발송됐을 것이다. 이번 실행에서 V(번역검증)가 그 틀을 실제로 잡아냈다(3층 전부 일치, 1회차 통과).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Spec 카드 + SKILL.md — 목표·범위·성공기준(무관용 6종: 승인기록·번역검증·법정표시4종·레퍼런스미인용·상업적약속없음·발송금지미등재) + 오케스트레이션 절차(제작→확장→검증→승인→발송)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Skill은 세그먼트마다 반복 호출 — S1(ingni-store-com)·S2(orbis-co-jp) 같은 절차 실행 이력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Subagent 3분리: 자기 번역은 자기가 검증 못 한다(D/V 분리) · 발송권한 쥔 쪽이 승인판단 못한다(승인확인 분리)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재사용 경계: V는 G7과 판정 방향이 반대(일→한 vs 한→일) — 무리하게 재사용하지 않고 경계를 지킨 판단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S7-B · Agent·Workflow 실행 완성도 (25점)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역할 분명 · 자연스러운 흐름 · 개입범위 외 조작 없음 · 트리거~산출물 명확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agents/g5-copy-drafting · g5-translation-verification · g5-approval-check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14</a:t>
            </a:r>
            <a:endParaRPr lang="en-US" sz="80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2240280"/>
            <a:ext cx="1109441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D(문안제작): 한국어 의도문 1장 → 일본어 제목·본문 (예: "INGNI STORE様 掲載アイテム353点…" — O6 상품353건·O3 코디사진 인용)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V(번역검증): 원문+번역 2개만 받아 3층 대조 → "3층 전부 일치, 1회차 통과"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승인확인: 승인란만 읽고 승인/거부/미승인만 반환 — 발송 권한 없음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D→V→승인확인→발송 체이닝 — ingni-store-com이 이 체인을 실제로 완주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승인게이트 = 자동재개 없이 종료(타임아웃으로 자동승인 안 됨) → "검증 없는 실행"을 막는 장치. G6(회신 미열람)·G10(재조사 우회 방지 위해 Agent 권한도 차단)도 같은 원칙의 반복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H6(제작트리거: 5건 누적/7일 경과) → U2(승인) → 발송기록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S7-C · Harness 견고성 및 재현성 (20점)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실행 안정 · 실패·예외 고려 · 검증기준 · 폴더만으로 재현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Harness/README.md · Harness/data/ · Harness/criteria/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14</a:t>
            </a:r>
            <a:endParaRPr lang="en-US" sz="80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2240280"/>
            <a:ext cx="1109441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ingni-store-com(S1)·orbis-co-jp(S2) — 같은 파일 스키마·같은 절차, 결과만 다름(관심표명 vs 이유있는 거절)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실패 4종 설계: 번역 2회 불일치→보류 / 발송상한 초과→라운드로빈 보류 / 승인거부·무응답→미발송 / 발송금지 등재→해당건 제외 (존재 증빙 — 4종 전부 실행 확인은 아님)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검증기준: 무관용(법정표시 등 — 위법·비용비대칭) vs 서식점검(나머지) 등급 구분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Harness 폴더 자기완결 — 다른 파일 참조 없음(2026-08-06 점검 확인), data·criteria에 실행 1회분 그대로 보존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S7-D · 트리거 → 최종 산출물 체인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트리거부터 최종 산출물까지 끊기지 않는다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Harness/data/발송기록 · 상태 · replies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14</a:t>
            </a:r>
            <a:endParaRPr lang="en-US" sz="800" dirty="0"/>
          </a:p>
        </p:txBody>
      </p:sp>
      <p:sp>
        <p:nvSpPr>
          <p:cNvPr id="45" name="TextBox 44"/>
          <p:cNvSpPr txBox="1"/>
          <p:nvPr/>
        </p:nvSpPr>
        <p:spPr>
          <a:xfrm>
            <a:off x="548640" y="2240280"/>
            <a:ext cx="1109441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H6(제작트리거) → U2(승인) → 발송기록(수신주소+확정문안) → 상태([회신]) → replies(해석+분류) — 4개 파일이 화살표로 이어진다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한계: 이 체인은 사람이 각 기능을 순서대로 호출해 만든 결과다. run-orchestrator(전체 자동 배선)는 아직 실행 이력이 없다 — 기능 단위 검증과 전체 자동 배선은 다르다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C77D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검증·자기교정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가설은 만들자마자 스스로 잡아 내린다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검증 게이트 폐기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기반 조정(G11)으로 대체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1098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필수 조건 삭제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1098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'한국 진출 희망' 필수→가점→삭제 (실측 0/3)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7797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0677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부적합 인용 제거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10677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→ 가설로 하향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docs/40_검증계획.md · docs/90_미결정과_리스크.md · docs/91_진행로그.md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일정에 묶여 무기한 정지된 진행을, 하루 단위로 돌아가게 만든다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 협력사의 시간이 나지 않아 진행 자체가 무기한 정지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08192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(가정치)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82512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10~20곳 발굴 (실측 기반)
승인 부담 하루 10~60분 (10건=10~30분, 20건=20~60분 — 승인 리뷰 시간만, run-orchestrator 미실행이라 호출·확인 시간은 별도)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docs/50_실사용_도입설계.md 1-2·2절 — 가정치, 실측·기업 확인 대기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계획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재사용(MVP)을 먼저 실증하고, 학습(부가)은 반응 데이터가 쌓인 뒤 잇는다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749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1955749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6개 구현 (재사용)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02938" y="2514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775808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57758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68698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0138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발송·회신 데이터 축적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22997" y="2514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95866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7" name="Text 15"/>
          <p:cNvSpPr/>
          <p:nvPr/>
        </p:nvSpPr>
        <p:spPr>
          <a:xfrm>
            <a:off x="959586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88757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0197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 6개 착수 (학습)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8-1절 · docs/21_핵심문제해결.md 4절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2026-08-05T01:19:48Z</dcterms:created>
  <dcterms:modified xsi:type="dcterms:W3CDTF">2026-08-05T01:19:48Z</dcterms:modified>
</cp:coreProperties>
</file>